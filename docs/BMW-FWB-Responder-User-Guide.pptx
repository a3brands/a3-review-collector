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(01-login.png).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(02-dashboard.png).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(03-dealer-selected.png).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(04-review-list.png).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(05-review-open.png).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(06-generated-response.png).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(07-editing.png).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(08-approve-button.png).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(09-skip-option.png).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(10-email-notification.png).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(11-email-opened.png).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(12-email-action.png).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(13-response-review.png).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(14-approve-or-skip.png).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taken from the live system on 2026-09-28 (15-confirm-status.png).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hea/Desktop/PROJECTS/responder separate tool/google-reviews-manager/src/views/assets/bmw-fwb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68880" y="14813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1975104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Tool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2468880" y="28529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guide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468880" y="3429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steps, from opening the tool to confirming a review has been handled.</a:t>
            </a:r>
            <a:endParaRPr lang="en-US" sz="1400" dirty="0"/>
          </a:p>
        </p:txBody>
      </p:sp>
      <p:pic>
        <p:nvPicPr>
          <p:cNvPr id="7" name="Image 1" descr="/Users/rhea/Desktop/PROJECTS/responder separate tool/google-reviews-manager/src/views/assets/a3brands-logo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77840"/>
            <a:ext cx="1463040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Responder Tool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BMW of Fort Walton Beach Responder Tool using the provided system link and wait for the dashboard to load completely.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system is open, enter the required login information and proceed to the main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BMW of Fort Walton Beach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dashboard, select BMW of Fort Walton Beach to make sure you are viewing and managing reviews for the correct dealership.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3-dealer-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New Customer Reviews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selecting the dealership, review the available customer reviews and start with the newest review that requires attention.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960660"/>
            <a:ext cx="6665976" cy="2662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4-review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78948"/>
            <a:ext cx="6629400" cy="2625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Customer Review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customer review to view the reviewer's name, star rating, review date, and complete review message.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5-review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Generated Response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response generated by the system and compare it with the customer's original review to make sure the response is accurate, relevant, and professional.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6-generated-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Response if Necessary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generated response requires any corrections, edit the response so that it properly addresses the customer's feedback while maintaining a professional dealership tone.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7-ed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Response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response has been reviewed and is ready, click Approve to confirm that the response is ready for the next stage of the review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672961"/>
            <a:ext cx="6665976" cy="3237759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8-approve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91249"/>
            <a:ext cx="6629400" cy="32011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Review if Needed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review requires additional checking or should not be processed yet, select Skip so it can be handled later.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2039747"/>
            <a:ext cx="6665976" cy="250418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09-skip-o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058035"/>
            <a:ext cx="6629400" cy="24676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Email Notification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review is detected, the designated email account will receive a notification containing the relevant review and responder information.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623568"/>
            <a:ext cx="6665976" cy="333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0-email-not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1856"/>
            <a:ext cx="6629400" cy="32999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Review Email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notification email and review the customer information, star rating, original review, and generated response provided in the notification.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623568"/>
            <a:ext cx="6665976" cy="333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1-email-ope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1856"/>
            <a:ext cx="6629400" cy="32999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Email Action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action or button provided in the email to access the responder workflow and continue reviewing the customer response.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2253361"/>
            <a:ext cx="6665976" cy="207695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2-email-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271649"/>
            <a:ext cx="6629400" cy="20403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Response Again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opening the responder workflow from the email, verify that the response accurately reflects the customer's feedback before taking any final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201864"/>
            <a:ext cx="6665976" cy="4179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3-response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20152"/>
            <a:ext cx="6629400" cy="414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Skip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response is correct, select Approve, or select Skip if the review needs additional attention before it can be processed.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90349" y="850392"/>
            <a:ext cx="5032782" cy="4882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4-approve-or-sk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637" y="868680"/>
            <a:ext cx="4996206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Review Was Processed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dashboard and verify that the review has been updated to the appropriate status after the action has been completed.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73752" y="1960660"/>
            <a:ext cx="6665976" cy="2662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4"/>
            </a:solidFill>
            <a:prstDash val="solid"/>
          </a:ln>
        </p:spPr>
      </p:sp>
      <p:pic>
        <p:nvPicPr>
          <p:cNvPr id="6" name="Image 0" descr="/private/tmp/claude-501/-Users-rhea-Desktop-PROJECTS-responder-separate-tool/45c259fe-f6c3-4b07-b2ed-55fb7287614c/scratchpad/shots/15-confirm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78948"/>
            <a:ext cx="6629400" cy="2625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15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of Fort Walton Beach Responder Tool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Google review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3712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56048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collected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2752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05088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8072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807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2624328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28072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56048" y="2807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email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8160" y="2624328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28072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05088" y="2807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response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968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9684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if needed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89120" y="3785616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3712" y="3968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39684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skip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38160" y="3785616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9525">
            <a:solidFill>
              <a:srgbClr val="C9CF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02752" y="3968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705088" y="39684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status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983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349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the customer's original feedback and the generated response before approving it, and make sure the final response is accurate, professional, and appropriate for BMW of Fort Walton Beach.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BMW of Fort Walton Beach Responder Tool</dc:title>
  <dc:subject>PptxGenJS Presentation</dc:subject>
  <dc:creator>A3 Brands</dc:creator>
  <cp:lastModifiedBy>A3 Brands</cp:lastModifiedBy>
  <cp:revision>1</cp:revision>
  <dcterms:created xsi:type="dcterms:W3CDTF">2026-09-28T06:45:58Z</dcterms:created>
  <dcterms:modified xsi:type="dcterms:W3CDTF">2026-09-28T06:45:58Z</dcterms:modified>
</cp:coreProperties>
</file>